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"/>
            <a:ext cx="94457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A1A"/>
                </a:solidFill>
                <a:latin typeface="Calibri"/>
              </a:rPr>
              <a:t>CO2 Capture Plant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260750" y="338328"/>
            <a:ext cx="5667451" cy="1463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1371600" y="457200"/>
            <a:ext cx="6217920" cy="510235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699248" y="457200"/>
            <a:ext cx="3118104" cy="5102352"/>
          </a:xfrm>
          <a:prstGeom prst="rect">
            <a:avLst/>
          </a:prstGeom>
          <a:solidFill>
            <a:srgbClr val="F8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371600" y="457200"/>
            <a:ext cx="6217920" cy="5102352"/>
          </a:xfrm>
          <a:prstGeom prst="rect">
            <a:avLst/>
          </a:prstGeom>
          <a:noFill/>
          <a:ln w="15240">
            <a:solidFill>
              <a:srgbClr val="90909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499616" y="5212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PDC ROOM</a:t>
            </a:r>
          </a:p>
        </p:txBody>
      </p:sp>
      <p:sp>
        <p:nvSpPr>
          <p:cNvPr id="8" name="Rectangle 7"/>
          <p:cNvSpPr/>
          <p:nvPr/>
        </p:nvSpPr>
        <p:spPr>
          <a:xfrm>
            <a:off x="7699248" y="457200"/>
            <a:ext cx="3118104" cy="5102352"/>
          </a:xfrm>
          <a:prstGeom prst="rect">
            <a:avLst/>
          </a:prstGeom>
          <a:noFill/>
          <a:ln w="15240">
            <a:solidFill>
              <a:srgbClr val="90909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790688" y="521208"/>
            <a:ext cx="29535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  <a:latin typeface="Calibri"/>
              </a:rPr>
              <a:t>OPERATOR 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90472" y="768096"/>
            <a:ext cx="5980176" cy="210312"/>
          </a:xfrm>
          <a:prstGeom prst="rect">
            <a:avLst/>
          </a:prstGeom>
          <a:solidFill>
            <a:srgbClr val="C8E6C9"/>
          </a:solidFill>
          <a:ln w="1016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581912" y="804672"/>
            <a:ext cx="5797296" cy="1554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0">
                <a:solidFill>
                  <a:srgbClr val="1B5E20"/>
                </a:solidFill>
                <a:latin typeface="Calibri"/>
              </a:rPr>
              <a:t>Analog Monitor Input 225 D  |  Analog Control Output 50 D  |  Discrete Monitor Input 125  |  Discrete Control Output 75  |  System Softkey  |  Sytech Reporter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99616" y="1097280"/>
            <a:ext cx="1263335" cy="3730752"/>
          </a:xfrm>
          <a:prstGeom prst="rect">
            <a:avLst/>
          </a:prstGeom>
          <a:solidFill>
            <a:srgbClr val="25252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572768" y="1225296"/>
            <a:ext cx="1117031" cy="3474720"/>
          </a:xfrm>
          <a:prstGeom prst="rect">
            <a:avLst/>
          </a:prstGeom>
          <a:solidFill>
            <a:srgbClr val="E8E8E8"/>
          </a:solidFill>
          <a:ln w="508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1572768" y="1124712"/>
            <a:ext cx="1117031" cy="594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572768" y="4741164"/>
            <a:ext cx="1117031" cy="594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572768" y="1225296"/>
            <a:ext cx="14630" cy="34747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675168" y="1225296"/>
            <a:ext cx="14630" cy="34747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EWS-PROP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" y="1298448"/>
            <a:ext cx="1071311" cy="4343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1348" y="1316736"/>
            <a:ext cx="979871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ProfessionalPLUS Premium WS Soft...</a:t>
            </a:r>
          </a:p>
        </p:txBody>
      </p:sp>
      <p:pic>
        <p:nvPicPr>
          <p:cNvPr id="20" name="Picture 19" descr="EWS-PROP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" y="1781251"/>
            <a:ext cx="1071311" cy="4343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641348" y="1799539"/>
            <a:ext cx="979871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Rack WS Win10 Ent RAID1 16GB 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5628" y="2264054"/>
            <a:ext cx="1071311" cy="160020"/>
          </a:xfrm>
          <a:prstGeom prst="rect">
            <a:avLst/>
          </a:prstGeom>
          <a:solidFill>
            <a:srgbClr val="00A0B0"/>
          </a:solidFill>
          <a:ln w="50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641348" y="2282342"/>
            <a:ext cx="979871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x36  Dual Single Mode Media Converter...</a:t>
            </a:r>
          </a:p>
        </p:txBody>
      </p:sp>
      <p:pic>
        <p:nvPicPr>
          <p:cNvPr id="24" name="Picture 23" descr="SWI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2472537"/>
            <a:ext cx="1071311" cy="1783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41348" y="2490825"/>
            <a:ext cx="979871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Smart Switch 19-inch Rack mount 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95628" y="2699308"/>
            <a:ext cx="1071311" cy="196596"/>
          </a:xfrm>
          <a:prstGeom prst="rect">
            <a:avLst/>
          </a:prstGeom>
          <a:solidFill>
            <a:srgbClr val="555566"/>
          </a:solidFill>
          <a:ln w="50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641348" y="2717596"/>
            <a:ext cx="979871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19inch rack mounted sliding screen</a:t>
            </a:r>
          </a:p>
        </p:txBody>
      </p:sp>
      <p:pic>
        <p:nvPicPr>
          <p:cNvPr id="28" name="Picture 27" descr="U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5628" y="2944368"/>
            <a:ext cx="1071311" cy="2697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641348" y="2962656"/>
            <a:ext cx="979871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APC UPS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95628" y="3262579"/>
            <a:ext cx="1071311" cy="141732"/>
          </a:xfrm>
          <a:prstGeom prst="rect">
            <a:avLst/>
          </a:prstGeom>
          <a:solidFill>
            <a:srgbClr val="6040A0"/>
          </a:solidFill>
          <a:ln w="50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641348" y="3280867"/>
            <a:ext cx="979871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x8  Fiber optic cable 5 mtr</a:t>
            </a:r>
          </a:p>
        </p:txBody>
      </p:sp>
      <p:pic>
        <p:nvPicPr>
          <p:cNvPr id="32" name="Picture 31" descr="SWI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28" y="3452774"/>
            <a:ext cx="1071311" cy="1783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641348" y="3471062"/>
            <a:ext cx="979871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Hirschmann 8-port rack mount swi...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99616" y="4864608"/>
            <a:ext cx="1263335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Server Cabinet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72679" y="1097280"/>
            <a:ext cx="2239548" cy="3730752"/>
          </a:xfrm>
          <a:prstGeom prst="rect">
            <a:avLst/>
          </a:prstGeom>
          <a:solidFill>
            <a:srgbClr val="25252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945831" y="1225296"/>
            <a:ext cx="2093244" cy="3474720"/>
          </a:xfrm>
          <a:prstGeom prst="rect">
            <a:avLst/>
          </a:prstGeom>
          <a:solidFill>
            <a:srgbClr val="E8E8E8"/>
          </a:solidFill>
          <a:ln w="508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945831" y="1124712"/>
            <a:ext cx="2093244" cy="594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2945831" y="4741164"/>
            <a:ext cx="2093244" cy="594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2945831" y="1225296"/>
            <a:ext cx="14630" cy="34747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024445" y="1225296"/>
            <a:ext cx="14630" cy="34747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2968691" y="1289304"/>
            <a:ext cx="2047524" cy="685800"/>
          </a:xfrm>
          <a:prstGeom prst="rect">
            <a:avLst/>
          </a:prstGeom>
          <a:solidFill>
            <a:srgbClr val="1A3A6B"/>
          </a:solidFill>
          <a:ln w="50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023555" y="1481328"/>
            <a:ext cx="19377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PK Controller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14393" y="1993392"/>
            <a:ext cx="1556118" cy="16459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3293485" y="1991563"/>
            <a:ext cx="14630" cy="42976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CI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8691" y="2034540"/>
            <a:ext cx="664220" cy="459211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986979" y="2163119"/>
            <a:ext cx="6276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Calibri"/>
              </a:rPr>
              <a:t>CIOC 1</a:t>
            </a:r>
          </a:p>
        </p:txBody>
      </p:sp>
      <p:pic>
        <p:nvPicPr>
          <p:cNvPr id="47" name="Picture 46" descr="Ch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8691" y="2504724"/>
            <a:ext cx="664220" cy="198991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986979" y="3420086"/>
            <a:ext cx="6276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F5DDB8"/>
                </a:solidFill>
                <a:latin typeface="Calibri"/>
              </a:rPr>
              <a:t>8/8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42969" y="2034540"/>
            <a:ext cx="7315" cy="2460101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3985138" y="1991563"/>
            <a:ext cx="14630" cy="42976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Picture 50" descr="CI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0343" y="2034540"/>
            <a:ext cx="664220" cy="45921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678631" y="2163119"/>
            <a:ext cx="6276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Calibri"/>
              </a:rPr>
              <a:t>CIOC 2</a:t>
            </a:r>
          </a:p>
        </p:txBody>
      </p:sp>
      <p:pic>
        <p:nvPicPr>
          <p:cNvPr id="53" name="Picture 52" descr="Ch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0343" y="2504724"/>
            <a:ext cx="664220" cy="198991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678631" y="3420086"/>
            <a:ext cx="6276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F5DDB8"/>
                </a:solidFill>
                <a:latin typeface="Calibri"/>
              </a:rPr>
              <a:t>8/8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34621" y="2034540"/>
            <a:ext cx="7315" cy="2460101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4676790" y="1991563"/>
            <a:ext cx="14630" cy="42976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7" name="Picture 56" descr="CI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1995" y="2034540"/>
            <a:ext cx="664220" cy="459211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4370283" y="2163119"/>
            <a:ext cx="6276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Calibri"/>
              </a:rPr>
              <a:t>CIOC 3</a:t>
            </a:r>
          </a:p>
        </p:txBody>
      </p:sp>
      <p:pic>
        <p:nvPicPr>
          <p:cNvPr id="59" name="Picture 58" descr="Ch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1995" y="2504724"/>
            <a:ext cx="664220" cy="1989917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4370283" y="3420086"/>
            <a:ext cx="6276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F5DDB8"/>
                </a:solidFill>
                <a:latin typeface="Calibri"/>
              </a:rPr>
              <a:t>5/8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68691" y="4602175"/>
            <a:ext cx="20475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555555"/>
                </a:solidFill>
                <a:latin typeface="Calibri"/>
              </a:rPr>
              <a:t>21/24 baseplates  ·  3 CIOC towers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72679" y="4864608"/>
            <a:ext cx="22395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I/O Cabinet #1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21955" y="1097280"/>
            <a:ext cx="2239548" cy="3730752"/>
          </a:xfrm>
          <a:prstGeom prst="rect">
            <a:avLst/>
          </a:prstGeom>
          <a:solidFill>
            <a:srgbClr val="25252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5295107" y="1225296"/>
            <a:ext cx="2093244" cy="3474720"/>
          </a:xfrm>
          <a:prstGeom prst="rect">
            <a:avLst/>
          </a:prstGeom>
          <a:solidFill>
            <a:srgbClr val="E8E8E8"/>
          </a:solidFill>
          <a:ln w="508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5295107" y="1124712"/>
            <a:ext cx="2093244" cy="594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5295107" y="4741164"/>
            <a:ext cx="2093244" cy="594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295107" y="1225296"/>
            <a:ext cx="14630" cy="34747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7373721" y="1225296"/>
            <a:ext cx="14630" cy="347472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9" name="Picture 68" descr="CI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7967" y="1289304"/>
            <a:ext cx="664220" cy="589239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336255" y="1454291"/>
            <a:ext cx="6276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Calibri"/>
              </a:rPr>
              <a:t>CIOC 1</a:t>
            </a:r>
          </a:p>
        </p:txBody>
      </p:sp>
      <p:pic>
        <p:nvPicPr>
          <p:cNvPr id="71" name="Picture 70" descr="Ch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7967" y="1889516"/>
            <a:ext cx="664220" cy="255337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336255" y="3064066"/>
            <a:ext cx="6276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F5DDB8"/>
                </a:solidFill>
                <a:latin typeface="Calibri"/>
              </a:rPr>
              <a:t>8/8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92246" y="1289304"/>
            <a:ext cx="7315" cy="315358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4" name="Picture 73" descr="CI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9619" y="1289304"/>
            <a:ext cx="664220" cy="589239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027907" y="1454291"/>
            <a:ext cx="6276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Calibri"/>
              </a:rPr>
              <a:t>CIOC 2</a:t>
            </a:r>
          </a:p>
        </p:txBody>
      </p:sp>
      <p:pic>
        <p:nvPicPr>
          <p:cNvPr id="76" name="Picture 75" descr="Ch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9619" y="1889516"/>
            <a:ext cx="664220" cy="255337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027907" y="3064066"/>
            <a:ext cx="6276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F5DDB8"/>
                </a:solidFill>
                <a:latin typeface="Calibri"/>
              </a:rPr>
              <a:t>8/8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683898" y="1289304"/>
            <a:ext cx="7315" cy="315358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9" name="Picture 78" descr="CI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1271" y="1289304"/>
            <a:ext cx="664220" cy="589239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719559" y="1454291"/>
            <a:ext cx="6276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Calibri"/>
              </a:rPr>
              <a:t>CIOC 3</a:t>
            </a:r>
          </a:p>
        </p:txBody>
      </p:sp>
      <p:pic>
        <p:nvPicPr>
          <p:cNvPr id="81" name="Picture 80" descr="Ch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1271" y="1889516"/>
            <a:ext cx="664220" cy="2553370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6719559" y="3064066"/>
            <a:ext cx="6276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F5DDB8"/>
                </a:solidFill>
                <a:latin typeface="Calibri"/>
              </a:rPr>
              <a:t>8/8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317967" y="4579315"/>
            <a:ext cx="204752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555555"/>
                </a:solidFill>
                <a:latin typeface="Calibri"/>
              </a:rPr>
              <a:t>24/24 baseplates  ·  3 CIOC towers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21955" y="4864608"/>
            <a:ext cx="223954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55555"/>
                </a:solidFill>
                <a:latin typeface="Calibri"/>
              </a:rPr>
              <a:t>I/O Cabinet #2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536192" y="987552"/>
            <a:ext cx="5888736" cy="20116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2123053" y="987552"/>
            <a:ext cx="16459" cy="109728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3984223" y="987552"/>
            <a:ext cx="16459" cy="109728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6333500" y="987552"/>
            <a:ext cx="16459" cy="109728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5871362" y="987552"/>
            <a:ext cx="16459" cy="4251960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5715000" y="5084064"/>
            <a:ext cx="329184" cy="182880"/>
          </a:xfrm>
          <a:prstGeom prst="rect">
            <a:avLst/>
          </a:prstGeom>
          <a:solidFill>
            <a:srgbClr val="CC0077"/>
          </a:solidFill>
          <a:ln w="10160">
            <a:solidFill>
              <a:srgbClr val="88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TextBox 90"/>
          <p:cNvSpPr txBox="1"/>
          <p:nvPr/>
        </p:nvSpPr>
        <p:spPr>
          <a:xfrm>
            <a:off x="5715000" y="5084064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FOPP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23560" y="4937760"/>
            <a:ext cx="512064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555555"/>
                </a:solidFill>
                <a:latin typeface="Calibri"/>
              </a:rPr>
              <a:t>FOPP DIN mount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075066" y="932688"/>
            <a:ext cx="16459" cy="4242816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7918704" y="5084064"/>
            <a:ext cx="329184" cy="182880"/>
          </a:xfrm>
          <a:prstGeom prst="rect">
            <a:avLst/>
          </a:prstGeom>
          <a:solidFill>
            <a:srgbClr val="CC0077"/>
          </a:solidFill>
          <a:ln w="10160">
            <a:solidFill>
              <a:srgbClr val="88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7918704" y="5084064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FOPP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900416" y="4937760"/>
            <a:ext cx="3657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555555"/>
                </a:solidFill>
                <a:latin typeface="Calibri"/>
              </a:rPr>
              <a:t>FOPP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44184" y="5167274"/>
            <a:ext cx="1874519" cy="16459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8247888" y="804672"/>
            <a:ext cx="1399031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OWS</a:t>
            </a:r>
          </a:p>
        </p:txBody>
      </p:sp>
      <p:pic>
        <p:nvPicPr>
          <p:cNvPr id="99" name="Picture 98" descr="DESK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36408" y="1060704"/>
            <a:ext cx="2221991" cy="1508760"/>
          </a:xfrm>
          <a:prstGeom prst="rect">
            <a:avLst/>
          </a:prstGeom>
        </p:spPr>
      </p:pic>
      <p:sp>
        <p:nvSpPr>
          <p:cNvPr id="100" name="Rectangle 99"/>
          <p:cNvSpPr/>
          <p:nvPr/>
        </p:nvSpPr>
        <p:spPr>
          <a:xfrm>
            <a:off x="7781544" y="2606040"/>
            <a:ext cx="2331720" cy="91440"/>
          </a:xfrm>
          <a:prstGeom prst="rect">
            <a:avLst/>
          </a:prstGeom>
          <a:solidFill>
            <a:srgbClr val="7A6B50"/>
          </a:solidFill>
          <a:ln w="6350">
            <a:solidFill>
              <a:srgbClr val="5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781544" y="2697480"/>
            <a:ext cx="2331720" cy="2221992"/>
          </a:xfrm>
          <a:prstGeom prst="rect">
            <a:avLst/>
          </a:prstGeom>
          <a:solidFill>
            <a:srgbClr val="AAAAAA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2" name="Picture 101" descr="WORKS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1156" y="2761488"/>
            <a:ext cx="1212494" cy="2112264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8341156" y="4892040"/>
            <a:ext cx="121249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OWS Tower</a:t>
            </a:r>
          </a:p>
        </p:txBody>
      </p:sp>
      <p:pic>
        <p:nvPicPr>
          <p:cNvPr id="104" name="Picture 103" descr="PRINT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6415" y="1060704"/>
            <a:ext cx="493776" cy="50292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0186415" y="1591056"/>
            <a:ext cx="493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Printer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57032" y="5705856"/>
            <a:ext cx="2560320" cy="1229868"/>
          </a:xfrm>
          <a:prstGeom prst="rect">
            <a:avLst/>
          </a:prstGeom>
          <a:solidFill>
            <a:srgbClr val="FFFFFF"/>
          </a:solidFill>
          <a:ln w="1143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8257032" y="5705856"/>
            <a:ext cx="2560320" cy="18288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8348472" y="5724144"/>
            <a:ext cx="2377439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LEGEND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375904" y="5934456"/>
            <a:ext cx="105156" cy="118872"/>
          </a:xfrm>
          <a:prstGeom prst="rect">
            <a:avLst/>
          </a:prstGeom>
          <a:solidFill>
            <a:srgbClr val="1A3A6B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8545068" y="5925312"/>
            <a:ext cx="973836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PK Controller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375904" y="6112764"/>
            <a:ext cx="105156" cy="118872"/>
          </a:xfrm>
          <a:prstGeom prst="rect">
            <a:avLst/>
          </a:prstGeom>
          <a:solidFill>
            <a:srgbClr val="2E5FA3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8545068" y="6103620"/>
            <a:ext cx="973836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CIOC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375904" y="6291072"/>
            <a:ext cx="105156" cy="118872"/>
          </a:xfrm>
          <a:prstGeom prst="rect">
            <a:avLst/>
          </a:prstGeom>
          <a:solidFill>
            <a:srgbClr val="CC6600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8545068" y="6281928"/>
            <a:ext cx="973836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CHARM I/O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375904" y="6469380"/>
            <a:ext cx="105156" cy="118872"/>
          </a:xfrm>
          <a:prstGeom prst="rect">
            <a:avLst/>
          </a:prstGeom>
          <a:solidFill>
            <a:srgbClr val="2B5EA7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8545068" y="6460236"/>
            <a:ext cx="973836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EWS / WS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375904" y="6647688"/>
            <a:ext cx="105156" cy="118872"/>
          </a:xfrm>
          <a:prstGeom prst="rect">
            <a:avLst/>
          </a:prstGeom>
          <a:solidFill>
            <a:srgbClr val="2D6A2D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8545068" y="6638544"/>
            <a:ext cx="973836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Switch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9537192" y="5934456"/>
            <a:ext cx="105156" cy="118872"/>
          </a:xfrm>
          <a:prstGeom prst="rect">
            <a:avLst/>
          </a:prstGeom>
          <a:solidFill>
            <a:srgbClr val="B8860B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9706356" y="5925312"/>
            <a:ext cx="973836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UPS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537192" y="6112764"/>
            <a:ext cx="105156" cy="118872"/>
          </a:xfrm>
          <a:prstGeom prst="rect">
            <a:avLst/>
          </a:prstGeom>
          <a:solidFill>
            <a:srgbClr val="7B3F9E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9706356" y="6103620"/>
            <a:ext cx="973836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Fiber / FOPP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537192" y="6291072"/>
            <a:ext cx="105156" cy="118872"/>
          </a:xfrm>
          <a:prstGeom prst="rect">
            <a:avLst/>
          </a:prstGeom>
          <a:solidFill>
            <a:srgbClr val="CC0077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9706356" y="6281928"/>
            <a:ext cx="973836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Network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537192" y="6469380"/>
            <a:ext cx="105156" cy="118872"/>
          </a:xfrm>
          <a:prstGeom prst="rect">
            <a:avLst/>
          </a:prstGeom>
          <a:solidFill>
            <a:srgbClr val="4A8C3F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TextBox 125"/>
          <p:cNvSpPr txBox="1"/>
          <p:nvPr/>
        </p:nvSpPr>
        <p:spPr>
          <a:xfrm>
            <a:off x="9706356" y="6460236"/>
            <a:ext cx="973836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Software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9537192" y="6647688"/>
            <a:ext cx="105156" cy="118872"/>
          </a:xfrm>
          <a:prstGeom prst="rect">
            <a:avLst/>
          </a:prstGeom>
          <a:solidFill>
            <a:srgbClr val="CC3300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9706356" y="6638544"/>
            <a:ext cx="973836" cy="178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1A1A1A"/>
                </a:solidFill>
                <a:latin typeface="Calibri"/>
              </a:rPr>
              <a:t>Power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