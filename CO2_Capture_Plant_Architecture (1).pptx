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jp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2880" y="45720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alibri"/>
              </a:rPr>
              <a:t>CO2 Capture Plant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7238" y="310896"/>
            <a:ext cx="6094476" cy="16459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" y="365760"/>
            <a:ext cx="8046720" cy="6291072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11312" y="365760"/>
            <a:ext cx="3922776" cy="6291072"/>
          </a:xfrm>
          <a:prstGeom prst="rect">
            <a:avLst/>
          </a:prstGeom>
          <a:solidFill>
            <a:srgbClr val="F8FB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" y="365760"/>
            <a:ext cx="8046720" cy="6291072"/>
          </a:xfrm>
          <a:prstGeom prst="rect">
            <a:avLst/>
          </a:prstGeom>
          <a:noFill/>
          <a:ln w="15240">
            <a:solidFill>
              <a:srgbClr val="90909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10311" y="429768"/>
            <a:ext cx="3200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PDC ROOM</a:t>
            </a:r>
          </a:p>
        </p:txBody>
      </p:sp>
      <p:sp>
        <p:nvSpPr>
          <p:cNvPr id="8" name="Rectangle 7"/>
          <p:cNvSpPr/>
          <p:nvPr/>
        </p:nvSpPr>
        <p:spPr>
          <a:xfrm>
            <a:off x="8211312" y="365760"/>
            <a:ext cx="3922776" cy="6291072"/>
          </a:xfrm>
          <a:prstGeom prst="rect">
            <a:avLst/>
          </a:prstGeom>
          <a:noFill/>
          <a:ln w="15240">
            <a:solidFill>
              <a:srgbClr val="90909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429768"/>
            <a:ext cx="3739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1A1A"/>
                </a:solidFill>
                <a:latin typeface="Calibri"/>
              </a:rPr>
              <a:t>OPERATOR ROOM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" y="694944"/>
            <a:ext cx="7790688" cy="219456"/>
          </a:xfrm>
          <a:prstGeom prst="rect">
            <a:avLst/>
          </a:prstGeom>
          <a:solidFill>
            <a:srgbClr val="C8E6C9"/>
          </a:solidFill>
          <a:ln w="10160">
            <a:solidFill>
              <a:srgbClr val="38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608" y="731520"/>
            <a:ext cx="760780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0">
                <a:solidFill>
                  <a:srgbClr val="1B5E20"/>
                </a:solidFill>
                <a:latin typeface="Calibri"/>
              </a:rPr>
              <a:t>Analog Monitor Input 225 D  |  Analog Control Output 50 D  |  Discrete Monitor Input 125  |  Discrete Control Output 75  |  System Softkey  |  Sytech Reporter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1" y="1042416"/>
            <a:ext cx="1657624" cy="4864607"/>
          </a:xfrm>
          <a:prstGeom prst="rect">
            <a:avLst/>
          </a:prstGeom>
          <a:solidFill>
            <a:srgbClr val="25252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3464" y="1170432"/>
            <a:ext cx="1511320" cy="4608575"/>
          </a:xfrm>
          <a:prstGeom prst="rect">
            <a:avLst/>
          </a:prstGeom>
          <a:solidFill>
            <a:srgbClr val="E8E8E8"/>
          </a:solidFill>
          <a:ln w="508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83464" y="1069848"/>
            <a:ext cx="1511320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3464" y="5820155"/>
            <a:ext cx="1511320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3464" y="1170432"/>
            <a:ext cx="14630" cy="46085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780153" y="1170432"/>
            <a:ext cx="14630" cy="46085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Picture 17" descr="EWS-PRO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" y="1243584"/>
            <a:ext cx="1465600" cy="43434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52044" y="1261872"/>
            <a:ext cx="1374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ProfessionalPLUS Premium WS Soft...</a:t>
            </a:r>
          </a:p>
        </p:txBody>
      </p:sp>
      <p:pic>
        <p:nvPicPr>
          <p:cNvPr id="20" name="Picture 19" descr="EWS-PROPl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" y="1726387"/>
            <a:ext cx="1465600" cy="43434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52044" y="1744675"/>
            <a:ext cx="1374160" cy="40233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Rack WS Win10 Ent RAID1 16GB 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6324" y="2209190"/>
            <a:ext cx="1465600" cy="160020"/>
          </a:xfrm>
          <a:prstGeom prst="rect">
            <a:avLst/>
          </a:prstGeom>
          <a:solidFill>
            <a:srgbClr val="00A0B0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52044" y="2227478"/>
            <a:ext cx="1374160" cy="1280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x36  Dual Single Mode Media Converter...</a:t>
            </a:r>
          </a:p>
        </p:txBody>
      </p:sp>
      <p:pic>
        <p:nvPicPr>
          <p:cNvPr id="24" name="Picture 23" descr="SWI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" y="2417673"/>
            <a:ext cx="1465600" cy="17830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52044" y="2435961"/>
            <a:ext cx="1374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Smart Switch 19-inch Rack mount ...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" y="2644444"/>
            <a:ext cx="1465600" cy="196596"/>
          </a:xfrm>
          <a:prstGeom prst="rect">
            <a:avLst/>
          </a:prstGeom>
          <a:solidFill>
            <a:srgbClr val="555566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52044" y="2662732"/>
            <a:ext cx="13741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19inch rack mounted sliding screen</a:t>
            </a:r>
          </a:p>
        </p:txBody>
      </p:sp>
      <p:pic>
        <p:nvPicPr>
          <p:cNvPr id="28" name="Picture 27" descr="U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324" y="2889504"/>
            <a:ext cx="1465600" cy="26974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52044" y="2907792"/>
            <a:ext cx="137416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APC UPS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6324" y="3207715"/>
            <a:ext cx="1465600" cy="141732"/>
          </a:xfrm>
          <a:prstGeom prst="rect">
            <a:avLst/>
          </a:prstGeom>
          <a:solidFill>
            <a:srgbClr val="6040A0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2044" y="3226003"/>
            <a:ext cx="1374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x8  Fiber optic cable 5 mtr</a:t>
            </a:r>
          </a:p>
        </p:txBody>
      </p:sp>
      <p:pic>
        <p:nvPicPr>
          <p:cNvPr id="32" name="Picture 31" descr="SWITC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" y="3397910"/>
            <a:ext cx="1465600" cy="17830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52044" y="3416198"/>
            <a:ext cx="1374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80" b="0" i="0">
                <a:solidFill>
                  <a:srgbClr val="FFFFFF"/>
                </a:solidFill>
                <a:latin typeface="Calibri"/>
              </a:rPr>
              <a:t>Hirschmann 8-port rack mount swi...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1" y="5952743"/>
            <a:ext cx="16576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Server Cabinet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86808" y="1042416"/>
            <a:ext cx="2938515" cy="4864607"/>
          </a:xfrm>
          <a:prstGeom prst="rect">
            <a:avLst/>
          </a:prstGeom>
          <a:solidFill>
            <a:srgbClr val="25252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059960" y="1170432"/>
            <a:ext cx="2792211" cy="4608575"/>
          </a:xfrm>
          <a:prstGeom prst="rect">
            <a:avLst/>
          </a:prstGeom>
          <a:solidFill>
            <a:srgbClr val="E8E8E8"/>
          </a:solidFill>
          <a:ln w="508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059960" y="1069848"/>
            <a:ext cx="2792211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2059960" y="5820155"/>
            <a:ext cx="2792211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059960" y="1170432"/>
            <a:ext cx="14630" cy="46085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837541" y="1170432"/>
            <a:ext cx="14630" cy="46085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2082820" y="1234440"/>
            <a:ext cx="2746491" cy="685800"/>
          </a:xfrm>
          <a:prstGeom prst="rect">
            <a:avLst/>
          </a:prstGeom>
          <a:solidFill>
            <a:srgbClr val="1A3A6B"/>
          </a:solidFill>
          <a:ln w="508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137684" y="1426464"/>
            <a:ext cx="2636763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FFFFFF"/>
                </a:solidFill>
                <a:latin typeface="Calibri"/>
              </a:rPr>
              <a:t>PK Controller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412399" y="1938528"/>
            <a:ext cx="2087333" cy="16459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2524109" y="1936699"/>
            <a:ext cx="14630" cy="42976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45" name="Picture 44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2820" y="1979676"/>
            <a:ext cx="897209" cy="663305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01108" y="2165401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1</a:t>
            </a:r>
          </a:p>
        </p:txBody>
      </p:sp>
      <p:pic>
        <p:nvPicPr>
          <p:cNvPr id="47" name="Picture 46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2820" y="2653954"/>
            <a:ext cx="897209" cy="2874324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2101108" y="3976144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990088" y="1979676"/>
            <a:ext cx="7315" cy="3548603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3448751" y="1936699"/>
            <a:ext cx="14630" cy="42976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1" name="Picture 50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07461" y="1979676"/>
            <a:ext cx="897209" cy="663305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3025749" y="2165401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2</a:t>
            </a:r>
          </a:p>
        </p:txBody>
      </p:sp>
      <p:pic>
        <p:nvPicPr>
          <p:cNvPr id="53" name="Picture 52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7461" y="2653954"/>
            <a:ext cx="897209" cy="2874324"/>
          </a:xfrm>
          <a:prstGeom prst="rect">
            <a:avLst/>
          </a:prstGeom>
        </p:spPr>
      </p:pic>
      <p:sp>
        <p:nvSpPr>
          <p:cNvPr id="54" name="TextBox 53"/>
          <p:cNvSpPr txBox="1"/>
          <p:nvPr/>
        </p:nvSpPr>
        <p:spPr>
          <a:xfrm>
            <a:off x="3025749" y="3976144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14729" y="1979676"/>
            <a:ext cx="7315" cy="3548603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4373392" y="1936699"/>
            <a:ext cx="14630" cy="42976"/>
          </a:xfrm>
          <a:prstGeom prst="rect">
            <a:avLst/>
          </a:prstGeom>
          <a:solidFill>
            <a:srgbClr val="0055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57" name="Picture 56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2102" y="1979676"/>
            <a:ext cx="897209" cy="663305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3950390" y="2165401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3</a:t>
            </a:r>
          </a:p>
        </p:txBody>
      </p:sp>
      <p:pic>
        <p:nvPicPr>
          <p:cNvPr id="59" name="Picture 58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2102" y="2653954"/>
            <a:ext cx="897209" cy="2874324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3950390" y="3976144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5/8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082820" y="5681167"/>
            <a:ext cx="274649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555555"/>
                </a:solidFill>
                <a:latin typeface="Calibri"/>
              </a:rPr>
              <a:t>21/24 baseplates  ·  3 CIOC towers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86808" y="5952743"/>
            <a:ext cx="29385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I/O Cabinet #1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44196" y="1042416"/>
            <a:ext cx="2938515" cy="4864607"/>
          </a:xfrm>
          <a:prstGeom prst="rect">
            <a:avLst/>
          </a:prstGeom>
          <a:solidFill>
            <a:srgbClr val="252525"/>
          </a:solidFill>
          <a:ln w="19050">
            <a:solidFill>
              <a:srgbClr val="1111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5117348" y="1170432"/>
            <a:ext cx="2792211" cy="4608575"/>
          </a:xfrm>
          <a:prstGeom prst="rect">
            <a:avLst/>
          </a:prstGeom>
          <a:solidFill>
            <a:srgbClr val="E8E8E8"/>
          </a:solidFill>
          <a:ln w="5080"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17348" y="1069848"/>
            <a:ext cx="2792211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117348" y="5820155"/>
            <a:ext cx="2792211" cy="59436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5117348" y="1170432"/>
            <a:ext cx="14630" cy="46085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7894929" y="1170432"/>
            <a:ext cx="14630" cy="460857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69" name="Picture 68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0208" y="1234440"/>
            <a:ext cx="897209" cy="793333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5158496" y="1456573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1</a:t>
            </a:r>
          </a:p>
        </p:txBody>
      </p:sp>
      <p:pic>
        <p:nvPicPr>
          <p:cNvPr id="71" name="Picture 70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0208" y="2038746"/>
            <a:ext cx="897209" cy="3437778"/>
          </a:xfrm>
          <a:prstGeom prst="rect">
            <a:avLst/>
          </a:prstGeom>
        </p:spPr>
      </p:pic>
      <p:sp>
        <p:nvSpPr>
          <p:cNvPr id="72" name="TextBox 71"/>
          <p:cNvSpPr txBox="1"/>
          <p:nvPr/>
        </p:nvSpPr>
        <p:spPr>
          <a:xfrm>
            <a:off x="5158496" y="3620124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47475" y="1234440"/>
            <a:ext cx="7315" cy="424208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4" name="Picture 73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849" y="1234440"/>
            <a:ext cx="897209" cy="793333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6083137" y="1456573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2</a:t>
            </a:r>
          </a:p>
        </p:txBody>
      </p:sp>
      <p:pic>
        <p:nvPicPr>
          <p:cNvPr id="76" name="Picture 75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64849" y="2038746"/>
            <a:ext cx="897209" cy="3437778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6083137" y="3620124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972117" y="1234440"/>
            <a:ext cx="7315" cy="4242084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9" name="Picture 78" descr="CIO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9490" y="1234440"/>
            <a:ext cx="897209" cy="793333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7007778" y="1456573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" b="1" i="0">
                <a:solidFill>
                  <a:srgbClr val="FFFFFF"/>
                </a:solidFill>
                <a:latin typeface="Calibri"/>
              </a:rPr>
              <a:t>CIOC 3</a:t>
            </a:r>
          </a:p>
        </p:txBody>
      </p:sp>
      <p:pic>
        <p:nvPicPr>
          <p:cNvPr id="81" name="Picture 80" descr="Char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89490" y="2038746"/>
            <a:ext cx="897209" cy="3437778"/>
          </a:xfrm>
          <a:prstGeom prst="rect">
            <a:avLst/>
          </a:prstGeom>
        </p:spPr>
      </p:pic>
      <p:sp>
        <p:nvSpPr>
          <p:cNvPr id="82" name="TextBox 81"/>
          <p:cNvSpPr txBox="1"/>
          <p:nvPr/>
        </p:nvSpPr>
        <p:spPr>
          <a:xfrm>
            <a:off x="7007778" y="3620124"/>
            <a:ext cx="860633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F5DDB8"/>
                </a:solidFill>
                <a:latin typeface="Calibri"/>
              </a:rPr>
              <a:t>8/8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40208" y="5658307"/>
            <a:ext cx="2746491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" b="0" i="1">
                <a:solidFill>
                  <a:srgbClr val="555555"/>
                </a:solidFill>
                <a:latin typeface="Calibri"/>
              </a:rPr>
              <a:t>24/24 baseplates  ·  3 CIOC towers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044196" y="5952743"/>
            <a:ext cx="293851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55555"/>
                </a:solidFill>
                <a:latin typeface="Calibri"/>
              </a:rPr>
              <a:t>I/O Cabinet #2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246887" y="923544"/>
            <a:ext cx="7699248" cy="21945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029980" y="923544"/>
            <a:ext cx="18288" cy="118871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3446922" y="923544"/>
            <a:ext cx="18288" cy="118871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504310" y="923544"/>
            <a:ext cx="18288" cy="118871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5897880" y="923544"/>
            <a:ext cx="18288" cy="5422392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5742432" y="6181344"/>
            <a:ext cx="329184" cy="182880"/>
          </a:xfrm>
          <a:prstGeom prst="rect">
            <a:avLst/>
          </a:prstGeom>
          <a:solidFill>
            <a:srgbClr val="CC0077"/>
          </a:solidFill>
          <a:ln w="10160">
            <a:solidFill>
              <a:srgbClr val="88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5742432" y="6181344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FOPP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32704" y="6025896"/>
            <a:ext cx="548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555555"/>
                </a:solidFill>
                <a:latin typeface="Calibri"/>
              </a:rPr>
              <a:t>FOPP DIN mount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604504" y="868680"/>
            <a:ext cx="18288" cy="5404103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449056" y="6181344"/>
            <a:ext cx="329184" cy="182880"/>
          </a:xfrm>
          <a:prstGeom prst="rect">
            <a:avLst/>
          </a:prstGeom>
          <a:solidFill>
            <a:srgbClr val="CC0077"/>
          </a:solidFill>
          <a:ln w="10160">
            <a:solidFill>
              <a:srgbClr val="88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449056" y="6181344"/>
            <a:ext cx="32918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  <a:latin typeface="Calibri"/>
              </a:rPr>
              <a:t>FOPP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412480" y="6025896"/>
            <a:ext cx="40233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1" i="0">
                <a:solidFill>
                  <a:srgbClr val="555555"/>
                </a:solidFill>
                <a:latin typeface="Calibri"/>
              </a:rPr>
              <a:t>FOPP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080760" y="6263640"/>
            <a:ext cx="2359151" cy="18288"/>
          </a:xfrm>
          <a:prstGeom prst="rect">
            <a:avLst/>
          </a:prstGeom>
          <a:solidFill>
            <a:srgbClr val="CC00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926372" y="731520"/>
            <a:ext cx="187086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1A1A"/>
                </a:solidFill>
                <a:latin typeface="Calibri"/>
              </a:rPr>
              <a:t>OWS</a:t>
            </a:r>
          </a:p>
        </p:txBody>
      </p:sp>
      <p:pic>
        <p:nvPicPr>
          <p:cNvPr id="99" name="Picture 98" descr="DESKTO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616" y="987552"/>
            <a:ext cx="3008375" cy="1508760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8302752" y="2532888"/>
            <a:ext cx="3118103" cy="91440"/>
          </a:xfrm>
          <a:prstGeom prst="rect">
            <a:avLst/>
          </a:prstGeom>
          <a:solidFill>
            <a:srgbClr val="7A6B50"/>
          </a:solidFill>
          <a:ln w="6350">
            <a:solidFill>
              <a:srgbClr val="5A4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302752" y="2624328"/>
            <a:ext cx="3118103" cy="3392423"/>
          </a:xfrm>
          <a:prstGeom prst="rect">
            <a:avLst/>
          </a:prstGeom>
          <a:solidFill>
            <a:srgbClr val="AAAAAA"/>
          </a:solidFill>
          <a:ln w="6350">
            <a:solidFill>
              <a:srgbClr val="888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02" name="Picture 101" descr="WORKSATI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51096" y="2688336"/>
            <a:ext cx="1621414" cy="3282695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9051096" y="5989319"/>
            <a:ext cx="162141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OWS Tower</a:t>
            </a:r>
          </a:p>
        </p:txBody>
      </p:sp>
      <p:pic>
        <p:nvPicPr>
          <p:cNvPr id="104" name="Picture 103" descr="PRINT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494008" y="987552"/>
            <a:ext cx="493776" cy="50292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1494008" y="1517904"/>
            <a:ext cx="493776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 dirty="0">
                <a:solidFill>
                  <a:srgbClr val="555555"/>
                </a:solidFill>
                <a:latin typeface="Calibri"/>
              </a:rPr>
              <a:t>Printer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64592" y="6693408"/>
            <a:ext cx="118872" cy="100584"/>
          </a:xfrm>
          <a:prstGeom prst="rect">
            <a:avLst/>
          </a:prstGeom>
          <a:solidFill>
            <a:srgbClr val="1A3A6B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10896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PK Controller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170432" y="6693408"/>
            <a:ext cx="118872" cy="100584"/>
          </a:xfrm>
          <a:prstGeom prst="rect">
            <a:avLst/>
          </a:prstGeom>
          <a:solidFill>
            <a:srgbClr val="2E5FA3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9" name="TextBox 108"/>
          <p:cNvSpPr txBox="1"/>
          <p:nvPr/>
        </p:nvSpPr>
        <p:spPr>
          <a:xfrm>
            <a:off x="1316736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CIOC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176272" y="6693408"/>
            <a:ext cx="118872" cy="100584"/>
          </a:xfrm>
          <a:prstGeom prst="rect">
            <a:avLst/>
          </a:prstGeom>
          <a:solidFill>
            <a:srgbClr val="CC6600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2322576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CHARM I/O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182112" y="6693408"/>
            <a:ext cx="118872" cy="100584"/>
          </a:xfrm>
          <a:prstGeom prst="rect">
            <a:avLst/>
          </a:prstGeom>
          <a:solidFill>
            <a:srgbClr val="2B5EA7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3" name="TextBox 112"/>
          <p:cNvSpPr txBox="1"/>
          <p:nvPr/>
        </p:nvSpPr>
        <p:spPr>
          <a:xfrm>
            <a:off x="3328416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EWS/WS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87952" y="6693408"/>
            <a:ext cx="118872" cy="100584"/>
          </a:xfrm>
          <a:prstGeom prst="rect">
            <a:avLst/>
          </a:prstGeom>
          <a:solidFill>
            <a:srgbClr val="2D6A2D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334256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Switch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5193792" y="6693408"/>
            <a:ext cx="118872" cy="100584"/>
          </a:xfrm>
          <a:prstGeom prst="rect">
            <a:avLst/>
          </a:prstGeom>
          <a:solidFill>
            <a:srgbClr val="B8860B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5340096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UPS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199631" y="6693408"/>
            <a:ext cx="118872" cy="100584"/>
          </a:xfrm>
          <a:prstGeom prst="rect">
            <a:avLst/>
          </a:prstGeom>
          <a:solidFill>
            <a:srgbClr val="7B3F9E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6345936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Fiber/FOPP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7205471" y="6693408"/>
            <a:ext cx="118872" cy="100584"/>
          </a:xfrm>
          <a:prstGeom prst="rect">
            <a:avLst/>
          </a:prstGeom>
          <a:solidFill>
            <a:srgbClr val="CC0077"/>
          </a:solidFill>
          <a:ln w="381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7351775" y="6684264"/>
            <a:ext cx="8229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50" b="0" i="0">
                <a:solidFill>
                  <a:srgbClr val="555555"/>
                </a:solidFill>
                <a:latin typeface="Calibri"/>
              </a:rPr>
              <a:t>Network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150</Words>
  <Application>Microsoft Office PowerPoint</Application>
  <PresentationFormat>Custom</PresentationFormat>
  <Paragraphs>45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harsh</cp:lastModifiedBy>
  <cp:revision>2</cp:revision>
  <dcterms:created xsi:type="dcterms:W3CDTF">2013-01-27T09:14:16Z</dcterms:created>
  <dcterms:modified xsi:type="dcterms:W3CDTF">2026-04-18T18:06:49Z</dcterms:modified>
  <cp:category/>
</cp:coreProperties>
</file>